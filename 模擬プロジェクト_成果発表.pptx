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422AE-5A45-4B28-832B-FAF658F7BCE9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BE13F-4C1D-4A0A-9FCA-4E923CD222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00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BE13F-4C1D-4A0A-9FCA-4E923CD2229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2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3919C-3831-7FBF-040A-DE663FA94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2EA2DF-2050-8490-4D79-FC89CF667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89DD0-1B80-BAA9-C1C7-94536D2E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A3CA4C-40DB-313F-2270-0966E18D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98DA4E-DEE3-48BB-CD4C-9DF12A9D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836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FE9A9A-31C4-DC4B-73FB-004045AC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7378A9-7669-2359-FC48-36F04C34A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FED829-2B5A-FC21-CF10-18FF04CF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409113-1D3E-9BE1-0AD5-6690C88D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69D77-5860-0A4E-0C06-28DDC15C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06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56273-E7D0-64A5-BBC7-ADB59EEAC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60E2D3-62CD-4A90-563C-DB964FF13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E146EF-48E6-6DAB-3FF2-ADF21642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4F96E4-0EC5-8E39-762E-48BE5085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BA90B-CCCB-C7B6-923F-F3FDE2EA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83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84367-8535-3844-FB6C-94769BC5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055505-73B4-9D61-6B76-36F2407AC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682A7B-56A7-BEBC-5ABA-5C05136F4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07A14B-7652-07CA-F1CF-5C4A103A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993C0D-8D85-621C-27F1-BE0E15B2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0B9317-140A-B0CC-A050-2CF9DD5E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210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5AED2-D8F9-2788-ED3D-FF36F2A1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EA52A3-F93A-2D3A-778F-77FCE4729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F67638-04CC-BFBE-7ECF-017E44815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4BD35E-A057-256C-69C0-D879E6F85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5BCE27-92BC-1674-CFBD-3DAD657EF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C4DA02-0EEB-E993-F68D-DC79C85A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3399664-65A8-5490-0804-56D89E3D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D989E4-21AB-C163-3E5C-0C0D850E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70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9B293-D359-394D-F926-145EED1C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D259A3-041F-7C9C-174C-128365E1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0B2DD66-3686-DAD5-3699-C4EF8AF5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C10E56B-5389-CDC9-D690-53AB7D55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57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C8EE4B-CBAF-3462-366F-5AD8F58D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0506516-064A-D4DC-6C82-238B3C80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79E0B1-4DAB-0EC1-3B24-3EE38C79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76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78C9A2-6B1B-31AA-59E2-1E39B656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10D1DA-DC50-83BC-FFEF-E38F8B259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52E76-A226-767A-07B0-313AD5352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E42B46-4892-8E65-6080-AE547E1B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3489C2-66E6-A133-BF91-EB1D08A4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8208A1-D410-1D04-F644-78E68030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1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4A89B-910E-2E58-CF01-2184DB21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8CDF6D9-FDD1-5A6D-0EB5-8BAA5D0753C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175FE0-7F9A-187B-3836-632C98411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0234B9-BA0B-0B78-D39C-7477DB95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38B050-A583-B742-E5B2-7D416827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754FF3-9E44-5B1D-053F-EA2A1827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446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9762BF-ED02-7BA8-0EC0-6036D7FC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79DF35-4B69-4D91-25AB-055A3EB16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5C9D23-BFF4-992F-FEF2-9BD1D8FF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1F6A59-E29A-27F1-D289-186B35610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2D66C4-4514-4859-E811-42B0EEA9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32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94350D-7078-16F7-EFEA-AB5539023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8C19B1-0495-1F57-E1C0-15D0302A9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3D97CC-272F-4E77-70AF-0AC805FF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7B70DC-F665-E53E-3850-31085482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7B19FA-1188-86AF-4942-69B8A670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360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981D37-64D9-01A7-FCBB-7D5F24CA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895AFC-7535-94E1-B5DB-51821AF24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49C53B-07D2-235E-A963-1EF48FDA5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2AA8B-CA42-4693-B043-0D4526C635A8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4B6D45-5012-304E-9F7B-712886A45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7EE428-501D-A6CB-1E49-873165241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07D3E-FC0F-4057-B5B9-036ADE1818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23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CB69B7-DD6C-2FE0-DA7A-798A8E7266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AD17A8-2D6F-4750-010F-A53FB4B8DC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作成者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：佐々木 健成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作成日：</a:t>
            </a:r>
          </a:p>
        </p:txBody>
      </p:sp>
    </p:spTree>
    <p:extLst>
      <p:ext uri="{BB962C8B-B14F-4D97-AF65-F5344CB8AC3E}">
        <p14:creationId xmlns:p14="http://schemas.microsoft.com/office/powerpoint/2010/main" val="1225037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90C4D7-C5D1-6190-4D2B-961ABF26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目的・利用者像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03C56A-1037-0840-28B5-6A6B00067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このシステムで実現したいこと、利用者像</a:t>
            </a:r>
          </a:p>
        </p:txBody>
      </p:sp>
    </p:spTree>
    <p:extLst>
      <p:ext uri="{BB962C8B-B14F-4D97-AF65-F5344CB8AC3E}">
        <p14:creationId xmlns:p14="http://schemas.microsoft.com/office/powerpoint/2010/main" val="376929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3FA9D9-0895-5614-CD7B-8957E08D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機能一覧・画面構成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5B2573-0F6C-BA06-1BB1-706000A01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実装した画面、必須</a:t>
            </a:r>
            <a:r>
              <a:rPr kumimoji="1"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任意機能の別</a:t>
            </a:r>
          </a:p>
        </p:txBody>
      </p:sp>
    </p:spTree>
    <p:extLst>
      <p:ext uri="{BB962C8B-B14F-4D97-AF65-F5344CB8AC3E}">
        <p14:creationId xmlns:p14="http://schemas.microsoft.com/office/powerpoint/2010/main" val="4275945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7D8ED-05F5-BD80-50B5-05228E64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アーキテクチャ・技術スタック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74A595-0AA3-6E58-5E1F-1C56DCE2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ja-JP" sz="1800" b="0" i="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Angular／Spring Boot／MySQLの構成図、独自に工夫したAPI・DB設計</a:t>
            </a:r>
            <a:endParaRPr kumimoji="1" lang="ja-JP" alt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106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C4715-F1BF-BB72-3397-4F4F31C1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開発体制・進め方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226335-BC76-CCB3-390C-0D2CC8C6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役割分担、ブランチ運用・レビュー体制・進捗管理の様子</a:t>
            </a:r>
          </a:p>
        </p:txBody>
      </p:sp>
    </p:spTree>
    <p:extLst>
      <p:ext uri="{BB962C8B-B14F-4D97-AF65-F5344CB8AC3E}">
        <p14:creationId xmlns:p14="http://schemas.microsoft.com/office/powerpoint/2010/main" val="31876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069BC-BC92-8231-DD7D-304BA660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苦労した点・工夫した点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AB93D2-3C3B-FAD0-9601-0A976B138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発生した手戻り・課題と、その対応</a:t>
            </a:r>
          </a:p>
        </p:txBody>
      </p:sp>
    </p:spTree>
    <p:extLst>
      <p:ext uri="{BB962C8B-B14F-4D97-AF65-F5344CB8AC3E}">
        <p14:creationId xmlns:p14="http://schemas.microsoft.com/office/powerpoint/2010/main" val="30277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9C4694-C746-C5A8-8691-C7851CA0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AI利用効果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553C9B-A5C3-9F46-734A-30FF07CF4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工数・品質・手戻りの</a:t>
            </a:r>
            <a:r>
              <a:rPr kumimoji="1"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観点を、具体的な数値・事例で</a:t>
            </a:r>
          </a:p>
        </p:txBody>
      </p:sp>
    </p:spTree>
    <p:extLst>
      <p:ext uri="{BB962C8B-B14F-4D97-AF65-F5344CB8AC3E}">
        <p14:creationId xmlns:p14="http://schemas.microsoft.com/office/powerpoint/2010/main" val="274531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06964E-5063-08D3-8565-EF38DD09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まとめ・今後の展望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ACEB13-6054-8140-B9B4-84371EEDB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今回見送った機能、時間があれば追加したい機能</a:t>
            </a:r>
          </a:p>
        </p:txBody>
      </p:sp>
    </p:spTree>
    <p:extLst>
      <p:ext uri="{BB962C8B-B14F-4D97-AF65-F5344CB8AC3E}">
        <p14:creationId xmlns:p14="http://schemas.microsoft.com/office/powerpoint/2010/main" val="8667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2AB853B196F794D8522E079E5062DE1" ma:contentTypeVersion="10" ma:contentTypeDescription="新しいドキュメントを作成します。" ma:contentTypeScope="" ma:versionID="f5519c8ad0001dc1944c7d5117d6ef1e">
  <xsd:schema xmlns:xsd="http://www.w3.org/2001/XMLSchema" xmlns:xs="http://www.w3.org/2001/XMLSchema" xmlns:p="http://schemas.microsoft.com/office/2006/metadata/properties" xmlns:ns2="e8d6e06c-e60e-47a7-a324-5df51f361a1d" xmlns:ns3="0eb4123e-ff08-448a-a51c-d574d85865b6" targetNamespace="http://schemas.microsoft.com/office/2006/metadata/properties" ma:root="true" ma:fieldsID="6b6fc7ab0c5db989cb71f9aed3612649" ns2:_="" ns3:_="">
    <xsd:import namespace="e8d6e06c-e60e-47a7-a324-5df51f361a1d"/>
    <xsd:import namespace="0eb4123e-ff08-448a-a51c-d574d85865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6e06c-e60e-47a7-a324-5df51f361a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8ae29c59-cffc-49bc-b1b2-82d81727b3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b4123e-ff08-448a-a51c-d574d85865b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7f6a86-eb1c-4018-be3f-ff946cbc1596}" ma:internalName="TaxCatchAll" ma:showField="CatchAllData" ma:web="0eb4123e-ff08-448a-a51c-d574d85865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b4123e-ff08-448a-a51c-d574d85865b6" xsi:nil="true"/>
    <lcf76f155ced4ddcb4097134ff3c332f xmlns="e8d6e06c-e60e-47a7-a324-5df51f361a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CCD776-C832-478B-B26D-D735B65D80A0}"/>
</file>

<file path=customXml/itemProps2.xml><?xml version="1.0" encoding="utf-8"?>
<ds:datastoreItem xmlns:ds="http://schemas.openxmlformats.org/officeDocument/2006/customXml" ds:itemID="{D195356C-4CD0-4B0C-B494-7C86957785EC}"/>
</file>

<file path=customXml/itemProps3.xml><?xml version="1.0" encoding="utf-8"?>
<ds:datastoreItem xmlns:ds="http://schemas.openxmlformats.org/officeDocument/2006/customXml" ds:itemID="{931FBB3D-5CE7-4435-B914-35662579E623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124</Words>
  <Application>Microsoft Office PowerPoint</Application>
  <PresentationFormat>ワイド画面</PresentationFormat>
  <Paragraphs>17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目的・利用者像</vt:lpstr>
      <vt:lpstr>機能一覧・画面構成</vt:lpstr>
      <vt:lpstr>アーキテクチャ・技術スタック</vt:lpstr>
      <vt:lpstr>開発体制・進め方</vt:lpstr>
      <vt:lpstr>苦労した点・工夫した点</vt:lpstr>
      <vt:lpstr>AI利用効果</vt:lpstr>
      <vt:lpstr>まとめ・今後の展望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佐々木 健成</dc:creator>
  <cp:lastModifiedBy>佐々木 健成</cp:lastModifiedBy>
  <cp:revision>2</cp:revision>
  <dcterms:created xsi:type="dcterms:W3CDTF">2026-10-02T00:38:56Z</dcterms:created>
  <dcterms:modified xsi:type="dcterms:W3CDTF">2026-10-02T01:41:04Z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0x01010012AB853B196F794D8522E079E5062DE1</vt:lpwstr>
  </property>
</Properties>
</file>