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8" d="100"/>
          <a:sy n="48" d="100"/>
        </p:scale>
        <p:origin x="2752" y="3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E422AE-5A45-4B28-832B-FAF658F7BCE9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2BE13F-4C1D-4A0A-9FCA-4E923CD222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002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2BE13F-4C1D-4A0A-9FCA-4E923CD2229B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822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03919C-3831-7FBF-040A-DE663FA945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E2EA2DF-2050-8490-4D79-FC89CF667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289DD0-1B80-BAA9-C1C7-94536D2EE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6A3CA4C-40DB-313F-2270-0966E18D2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98DA4E-DEE3-48BB-CD4C-9DF12A9DE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83668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FE9A9A-31C4-DC4B-73FB-004045ACD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7378A9-7669-2359-FC48-36F04C34A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FED829-2B5A-FC21-CF10-18FF04CF0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409113-1D3E-9BE1-0AD5-6690C88D6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69D77-5860-0A4E-0C06-28DDC15C2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5060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956273-E7D0-64A5-BBC7-ADB59EEAC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F60E2D3-62CD-4A90-563C-DB964FF13C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E146EF-48E6-6DAB-3FF2-ADF216428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4F96E4-0EC5-8E39-762E-48BE50856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0BA90B-CCCB-C7B6-923F-F3FDE2EA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6830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684367-8535-3844-FB6C-94769BC57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055505-73B4-9D61-6B76-36F2407AC7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7682A7B-56A7-BEBC-5ABA-5C05136F4A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707A14B-7652-07CA-F1CF-5C4A103AE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993C0D-8D85-621C-27F1-BE0E15B2F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00B9317-140A-B0CC-A050-2CF9DD5EC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2100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95AED2-D8F9-2788-ED3D-FF36F2A12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AEA52A3-F93A-2D3A-778F-77FCE47290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F67638-04CC-BFBE-7ECF-017E448155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4BD35E-A057-256C-69C0-D879E6F85E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85BCE27-92BC-1674-CFBD-3DAD657EF3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3C4DA02-0EEB-E993-F68D-DC79C85A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3399664-65A8-5490-0804-56D89E3DB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2D989E4-21AB-C163-3E5C-0C0D850E5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5708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E9B293-D359-394D-F926-145EED1C5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4D259A3-041F-7C9C-174C-128365E1B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0B2DD66-3686-DAD5-3699-C4EF8AF5D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C10E56B-5389-CDC9-D690-53AB7D555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9579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FC8EE4B-CBAF-3462-366F-5AD8F58DC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0506516-064A-D4DC-6C82-238B3C800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179E0B1-4DAB-0EC1-3B24-3EE38C791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6768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78C9A2-6B1B-31AA-59E2-1E39B656F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10D1DA-DC50-83BC-FFEF-E38F8B259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5952E76-A226-767A-07B0-313AD5352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3E42B46-4892-8E65-6080-AE547E1BC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3489C2-66E6-A133-BF91-EB1D08A40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8208A1-D410-1D04-F644-78E68030B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412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F4A89B-910E-2E58-CF01-2184DB21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8CDF6D9-FDD1-5A6D-0EB5-8BAA5D0753C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B175FE0-7F9A-187B-3836-632C98411C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10234B9-BA0B-0B78-D39C-7477DB951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838B050-A583-B742-E5B2-7D4168278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754FF3-9E44-5B1D-053F-EA2A18279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4461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9762BF-ED02-7BA8-0EC0-6036D7FCB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B79DF35-4B69-4D91-25AB-055A3EB160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25C9D23-BFF4-992F-FEF2-9BD1D8FF7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1F6A59-E29A-27F1-D289-186B35610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2D66C4-4514-4859-E811-42B0EEA9E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0329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494350D-7078-16F7-EFEA-AB5539023C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28C19B1-0495-1F57-E1C0-15D0302A9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3D97CC-272F-4E77-70AF-0AC805FFD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7B70DC-F665-E53E-3850-31085482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7B19FA-1188-86AF-4942-69B8A670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2360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F981D37-64D9-01A7-FCBB-7D5F24CAF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895AFC-7535-94E1-B5DB-51821AF24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49C53B-07D2-235E-A963-1EF48FDA5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2AA8B-CA42-4693-B043-0D4526C635A8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A4B6D45-5012-304E-9F7B-712886A45B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7EE428-501D-A6CB-1E49-8731652410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507D3E-FC0F-4057-B5B9-036ADE1818E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923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CB69B7-DD6C-2FE0-DA7A-798A8E7266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7AD17A8-2D6F-4750-010F-A53FB4B8DC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作成者</a:t>
            </a:r>
            <a:r>
              <a: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：佐々木 健成</a:t>
            </a:r>
            <a:endParaRPr kumimoji="1" lang="en-US" altLang="ja-JP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作成日：</a:t>
            </a:r>
          </a:p>
        </p:txBody>
      </p:sp>
    </p:spTree>
    <p:extLst>
      <p:ext uri="{BB962C8B-B14F-4D97-AF65-F5344CB8AC3E}">
        <p14:creationId xmlns:p14="http://schemas.microsoft.com/office/powerpoint/2010/main" val="1225037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90C4D7-C5D1-6190-4D2B-961ABF26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目的・利用者像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03C56A-1037-0840-28B5-6A6B00067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このシステムで実現したいこと、利用者像</a:t>
            </a:r>
          </a:p>
        </p:txBody>
      </p:sp>
    </p:spTree>
    <p:extLst>
      <p:ext uri="{BB962C8B-B14F-4D97-AF65-F5344CB8AC3E}">
        <p14:creationId xmlns:p14="http://schemas.microsoft.com/office/powerpoint/2010/main" val="3769294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3FA9D9-0895-5614-CD7B-8957E08DC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機能一覧・画面構成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85B2573-0F6C-BA06-1BB1-706000A01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実装した画面、必須</a:t>
            </a:r>
            <a:r>
              <a:rPr kumimoji="1" lang="en-US" altLang="ja-JP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kumimoji="1"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任意機能の別</a:t>
            </a:r>
          </a:p>
        </p:txBody>
      </p:sp>
    </p:spTree>
    <p:extLst>
      <p:ext uri="{BB962C8B-B14F-4D97-AF65-F5344CB8AC3E}">
        <p14:creationId xmlns:p14="http://schemas.microsoft.com/office/powerpoint/2010/main" val="4275945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7D8ED-05F5-BD80-50B5-05228E642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アーキテクチャ・技術スタック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74A595-0AA3-6E58-5E1F-1C56DCE2B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ja-JP" sz="1800" b="0" i="0" dirty="0">
                <a:effectLst/>
                <a:latin typeface="Meiryo UI" panose="020B0604030504040204" pitchFamily="50" charset="-128"/>
                <a:ea typeface="Meiryo UI" panose="020B0604030504040204" pitchFamily="50" charset="-128"/>
              </a:rPr>
              <a:t>Angular／Spring Boot／MySQLの構成図、独自に工夫したAPI・DB設計</a:t>
            </a:r>
            <a:endParaRPr kumimoji="1" lang="ja-JP" alt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01066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6C4715-F1BF-BB72-3397-4F4F31C1B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ja-JP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開発体制・進め方</a:t>
            </a:r>
            <a:endParaRPr kumimoji="1" lang="ja-JP" alt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226335-BC76-CCB3-390C-0D2CC8C6B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役割分担、ブランチ運用・レビュー体制・進捗管理の様子</a:t>
            </a:r>
          </a:p>
        </p:txBody>
      </p:sp>
    </p:spTree>
    <p:extLst>
      <p:ext uri="{BB962C8B-B14F-4D97-AF65-F5344CB8AC3E}">
        <p14:creationId xmlns:p14="http://schemas.microsoft.com/office/powerpoint/2010/main" val="318761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7069BC-BC92-8231-DD7D-304BA660E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ja-JP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苦労した点・工夫した点</a:t>
            </a:r>
            <a:endParaRPr kumimoji="1" lang="ja-JP" alt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AB93D2-3C3B-FAD0-9601-0A976B138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発生した手戻り・課題と、その対応</a:t>
            </a:r>
          </a:p>
        </p:txBody>
      </p:sp>
    </p:spTree>
    <p:extLst>
      <p:ext uri="{BB962C8B-B14F-4D97-AF65-F5344CB8AC3E}">
        <p14:creationId xmlns:p14="http://schemas.microsoft.com/office/powerpoint/2010/main" val="302776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9C4694-C746-C5A8-8691-C7851CA02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ja-JP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AI利用効果</a:t>
            </a:r>
            <a:endParaRPr kumimoji="1" lang="ja-JP" alt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553C9B-A5C3-9F46-734A-30FF07CF4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工数・品質・手戻りの</a:t>
            </a:r>
            <a:r>
              <a:rPr kumimoji="1" lang="en-US" altLang="ja-JP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r>
            <a:r>
              <a:rPr kumimoji="1"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観点を、具体的な数値・事例で</a:t>
            </a:r>
          </a:p>
        </p:txBody>
      </p:sp>
    </p:spTree>
    <p:extLst>
      <p:ext uri="{BB962C8B-B14F-4D97-AF65-F5344CB8AC3E}">
        <p14:creationId xmlns:p14="http://schemas.microsoft.com/office/powerpoint/2010/main" val="2745318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06964E-5063-08D3-8565-EF38DD097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ja-JP" sz="2000" dirty="0">
                <a:latin typeface="Meiryo UI" panose="020B0604030504040204" pitchFamily="50" charset="-128"/>
                <a:ea typeface="Meiryo UI" panose="020B0604030504040204" pitchFamily="50" charset="-128"/>
              </a:rPr>
              <a:t>まとめ・今後の展望</a:t>
            </a:r>
            <a:endParaRPr kumimoji="1" lang="ja-JP" alt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FACEB13-6054-8140-B9B4-84371EEDB4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dirty="0">
                <a:latin typeface="Meiryo UI" panose="020B0604030504040204" pitchFamily="50" charset="-128"/>
                <a:ea typeface="Meiryo UI" panose="020B0604030504040204" pitchFamily="50" charset="-128"/>
              </a:rPr>
              <a:t>今回見送った機能、時間があれば追加したい機能</a:t>
            </a:r>
          </a:p>
        </p:txBody>
      </p:sp>
    </p:spTree>
    <p:extLst>
      <p:ext uri="{BB962C8B-B14F-4D97-AF65-F5344CB8AC3E}">
        <p14:creationId xmlns:p14="http://schemas.microsoft.com/office/powerpoint/2010/main" val="86676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124</Words>
  <Application>Microsoft Office PowerPoint</Application>
  <PresentationFormat>ワイド画面</PresentationFormat>
  <Paragraphs>17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目的・利用者像</vt:lpstr>
      <vt:lpstr>機能一覧・画面構成</vt:lpstr>
      <vt:lpstr>アーキテクチャ・技術スタック</vt:lpstr>
      <vt:lpstr>開発体制・進め方</vt:lpstr>
      <vt:lpstr>苦労した点・工夫した点</vt:lpstr>
      <vt:lpstr>AI利用効果</vt:lpstr>
      <vt:lpstr>まとめ・今後の展望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佐々木 健成</dc:creator>
  <cp:lastModifiedBy>佐々木 健成</cp:lastModifiedBy>
  <cp:revision>2</cp:revision>
  <dcterms:created xsi:type="dcterms:W3CDTF">2026-10-02T00:38:56Z</dcterms:created>
  <dcterms:modified xsi:type="dcterms:W3CDTF">2026-10-02T01:41:04Z</dcterms:modified>
</cp:coreProperties>
</file>